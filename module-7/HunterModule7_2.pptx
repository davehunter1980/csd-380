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sldIdLst>
    <p:sldId id="256" r:id="rId2"/>
    <p:sldId id="260" r:id="rId3"/>
    <p:sldId id="261" r:id="rId4"/>
    <p:sldId id="257" r:id="rId5"/>
    <p:sldId id="259" r:id="rId6"/>
    <p:sldId id="262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7/7/24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982E0B2-AA9C-441C-A08E-A9DF9CF12116}"/>
              </a:ext>
            </a:extLst>
          </p:cNvPr>
          <p:cNvGrpSpPr/>
          <p:nvPr/>
        </p:nvGrpSpPr>
        <p:grpSpPr>
          <a:xfrm>
            <a:off x="9728046" y="4869342"/>
            <a:ext cx="1623711" cy="630920"/>
            <a:chOff x="9588346" y="4824892"/>
            <a:chExt cx="1623711" cy="63092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4A2E074-C10D-4C57-AB72-B631E4D77102}"/>
                </a:ext>
              </a:extLst>
            </p:cNvPr>
            <p:cNvSpPr/>
            <p:nvPr/>
          </p:nvSpPr>
          <p:spPr>
            <a:xfrm rot="2700000" flipH="1">
              <a:off x="10267789" y="4452443"/>
              <a:ext cx="571820" cy="1316717"/>
            </a:xfrm>
            <a:custGeom>
              <a:avLst/>
              <a:gdLst>
                <a:gd name="connsiteX0" fmla="*/ 282417 w 571820"/>
                <a:gd name="connsiteY0" fmla="*/ 0 h 1316717"/>
                <a:gd name="connsiteX1" fmla="*/ 285910 w 571820"/>
                <a:gd name="connsiteY1" fmla="*/ 3175 h 1316717"/>
                <a:gd name="connsiteX2" fmla="*/ 287393 w 571820"/>
                <a:gd name="connsiteY2" fmla="*/ 1827 h 1316717"/>
                <a:gd name="connsiteX3" fmla="*/ 289403 w 571820"/>
                <a:gd name="connsiteY3" fmla="*/ 0 h 1316717"/>
                <a:gd name="connsiteX4" fmla="*/ 289403 w 571820"/>
                <a:gd name="connsiteY4" fmla="*/ 6349 h 1316717"/>
                <a:gd name="connsiteX5" fmla="*/ 309203 w 571820"/>
                <a:gd name="connsiteY5" fmla="*/ 24345 h 1316717"/>
                <a:gd name="connsiteX6" fmla="*/ 571820 w 571820"/>
                <a:gd name="connsiteY6" fmla="*/ 658359 h 1316717"/>
                <a:gd name="connsiteX7" fmla="*/ 309203 w 571820"/>
                <a:gd name="connsiteY7" fmla="*/ 1292372 h 1316717"/>
                <a:gd name="connsiteX8" fmla="*/ 289403 w 571820"/>
                <a:gd name="connsiteY8" fmla="*/ 1310368 h 1316717"/>
                <a:gd name="connsiteX9" fmla="*/ 289403 w 571820"/>
                <a:gd name="connsiteY9" fmla="*/ 1316717 h 1316717"/>
                <a:gd name="connsiteX10" fmla="*/ 287393 w 571820"/>
                <a:gd name="connsiteY10" fmla="*/ 1314890 h 1316717"/>
                <a:gd name="connsiteX11" fmla="*/ 285910 w 571820"/>
                <a:gd name="connsiteY11" fmla="*/ 1313542 h 1316717"/>
                <a:gd name="connsiteX12" fmla="*/ 282417 w 571820"/>
                <a:gd name="connsiteY12" fmla="*/ 1316717 h 1316717"/>
                <a:gd name="connsiteX13" fmla="*/ 282417 w 571820"/>
                <a:gd name="connsiteY13" fmla="*/ 1310367 h 1316717"/>
                <a:gd name="connsiteX14" fmla="*/ 262617 w 571820"/>
                <a:gd name="connsiteY14" fmla="*/ 1292372 h 1316717"/>
                <a:gd name="connsiteX15" fmla="*/ 0 w 571820"/>
                <a:gd name="connsiteY15" fmla="*/ 658358 h 1316717"/>
                <a:gd name="connsiteX16" fmla="*/ 262617 w 571820"/>
                <a:gd name="connsiteY16" fmla="*/ 24345 h 1316717"/>
                <a:gd name="connsiteX17" fmla="*/ 282417 w 571820"/>
                <a:gd name="connsiteY17" fmla="*/ 6349 h 1316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71820" h="1316717">
                  <a:moveTo>
                    <a:pt x="282417" y="0"/>
                  </a:moveTo>
                  <a:lnTo>
                    <a:pt x="285910" y="3175"/>
                  </a:lnTo>
                  <a:lnTo>
                    <a:pt x="287393" y="1827"/>
                  </a:lnTo>
                  <a:lnTo>
                    <a:pt x="289403" y="0"/>
                  </a:lnTo>
                  <a:lnTo>
                    <a:pt x="289403" y="6349"/>
                  </a:lnTo>
                  <a:lnTo>
                    <a:pt x="309203" y="24345"/>
                  </a:lnTo>
                  <a:cubicBezTo>
                    <a:pt x="471461" y="186603"/>
                    <a:pt x="571820" y="410761"/>
                    <a:pt x="571820" y="658359"/>
                  </a:cubicBezTo>
                  <a:cubicBezTo>
                    <a:pt x="571820" y="905956"/>
                    <a:pt x="471461" y="1130114"/>
                    <a:pt x="309203" y="1292372"/>
                  </a:cubicBezTo>
                  <a:lnTo>
                    <a:pt x="289403" y="1310368"/>
                  </a:lnTo>
                  <a:lnTo>
                    <a:pt x="289403" y="1316717"/>
                  </a:lnTo>
                  <a:lnTo>
                    <a:pt x="287393" y="1314890"/>
                  </a:lnTo>
                  <a:lnTo>
                    <a:pt x="285910" y="1313542"/>
                  </a:lnTo>
                  <a:lnTo>
                    <a:pt x="282417" y="1316717"/>
                  </a:lnTo>
                  <a:lnTo>
                    <a:pt x="282417" y="1310367"/>
                  </a:lnTo>
                  <a:lnTo>
                    <a:pt x="262617" y="1292372"/>
                  </a:lnTo>
                  <a:cubicBezTo>
                    <a:pt x="100359" y="1130113"/>
                    <a:pt x="0" y="905956"/>
                    <a:pt x="0" y="658358"/>
                  </a:cubicBezTo>
                  <a:cubicBezTo>
                    <a:pt x="0" y="410761"/>
                    <a:pt x="100359" y="186603"/>
                    <a:pt x="262617" y="24345"/>
                  </a:cubicBezTo>
                  <a:lnTo>
                    <a:pt x="282417" y="6349"/>
                  </a:lnTo>
                  <a:close/>
                </a:path>
              </a:pathLst>
            </a:custGeom>
            <a:solidFill>
              <a:schemeClr val="accent4">
                <a:alpha val="40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B037EB3-1772-4BA8-A95A-E5DBDFEA32B0}"/>
                </a:ext>
              </a:extLst>
            </p:cNvPr>
            <p:cNvGrpSpPr/>
            <p:nvPr/>
          </p:nvGrpSpPr>
          <p:grpSpPr>
            <a:xfrm rot="2700000" flipH="1">
              <a:off x="10112436" y="4359902"/>
              <a:ext cx="571820" cy="1620000"/>
              <a:chOff x="8482785" y="4330454"/>
              <a:chExt cx="571820" cy="1620000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A1F47AC1-63D0-47F3-9728-1A0A0543494B}"/>
                  </a:ext>
                </a:extLst>
              </p:cNvPr>
              <p:cNvSpPr/>
              <p:nvPr/>
            </p:nvSpPr>
            <p:spPr>
              <a:xfrm>
                <a:off x="8482785" y="4333632"/>
                <a:ext cx="571820" cy="1311956"/>
              </a:xfrm>
              <a:custGeom>
                <a:avLst/>
                <a:gdLst>
                  <a:gd name="connsiteX0" fmla="*/ 282417 w 571820"/>
                  <a:gd name="connsiteY0" fmla="*/ 0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82417 w 571820"/>
                  <a:gd name="connsiteY0" fmla="*/ 6349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17" fmla="*/ 282417 w 571820"/>
                  <a:gd name="connsiteY17" fmla="*/ 6349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289403 w 571820"/>
                  <a:gd name="connsiteY4" fmla="*/ 6349 h 1316717"/>
                  <a:gd name="connsiteX5" fmla="*/ 309203 w 571820"/>
                  <a:gd name="connsiteY5" fmla="*/ 24345 h 1316717"/>
                  <a:gd name="connsiteX6" fmla="*/ 571820 w 571820"/>
                  <a:gd name="connsiteY6" fmla="*/ 658359 h 1316717"/>
                  <a:gd name="connsiteX7" fmla="*/ 309203 w 571820"/>
                  <a:gd name="connsiteY7" fmla="*/ 1292372 h 1316717"/>
                  <a:gd name="connsiteX8" fmla="*/ 289403 w 571820"/>
                  <a:gd name="connsiteY8" fmla="*/ 1310368 h 1316717"/>
                  <a:gd name="connsiteX9" fmla="*/ 289403 w 571820"/>
                  <a:gd name="connsiteY9" fmla="*/ 1316717 h 1316717"/>
                  <a:gd name="connsiteX10" fmla="*/ 287393 w 571820"/>
                  <a:gd name="connsiteY10" fmla="*/ 1314890 h 1316717"/>
                  <a:gd name="connsiteX11" fmla="*/ 285910 w 571820"/>
                  <a:gd name="connsiteY11" fmla="*/ 1313542 h 1316717"/>
                  <a:gd name="connsiteX12" fmla="*/ 282417 w 571820"/>
                  <a:gd name="connsiteY12" fmla="*/ 1316717 h 1316717"/>
                  <a:gd name="connsiteX13" fmla="*/ 282417 w 571820"/>
                  <a:gd name="connsiteY13" fmla="*/ 1310367 h 1316717"/>
                  <a:gd name="connsiteX14" fmla="*/ 262617 w 571820"/>
                  <a:gd name="connsiteY14" fmla="*/ 1292372 h 1316717"/>
                  <a:gd name="connsiteX15" fmla="*/ 0 w 571820"/>
                  <a:gd name="connsiteY15" fmla="*/ 658358 h 1316717"/>
                  <a:gd name="connsiteX16" fmla="*/ 262617 w 571820"/>
                  <a:gd name="connsiteY16" fmla="*/ 24345 h 1316717"/>
                  <a:gd name="connsiteX0" fmla="*/ 262617 w 571820"/>
                  <a:gd name="connsiteY0" fmla="*/ 24345 h 1316717"/>
                  <a:gd name="connsiteX1" fmla="*/ 285910 w 571820"/>
                  <a:gd name="connsiteY1" fmla="*/ 3175 h 1316717"/>
                  <a:gd name="connsiteX2" fmla="*/ 287393 w 571820"/>
                  <a:gd name="connsiteY2" fmla="*/ 1827 h 1316717"/>
                  <a:gd name="connsiteX3" fmla="*/ 289403 w 571820"/>
                  <a:gd name="connsiteY3" fmla="*/ 0 h 1316717"/>
                  <a:gd name="connsiteX4" fmla="*/ 309203 w 571820"/>
                  <a:gd name="connsiteY4" fmla="*/ 24345 h 1316717"/>
                  <a:gd name="connsiteX5" fmla="*/ 571820 w 571820"/>
                  <a:gd name="connsiteY5" fmla="*/ 658359 h 1316717"/>
                  <a:gd name="connsiteX6" fmla="*/ 309203 w 571820"/>
                  <a:gd name="connsiteY6" fmla="*/ 1292372 h 1316717"/>
                  <a:gd name="connsiteX7" fmla="*/ 289403 w 571820"/>
                  <a:gd name="connsiteY7" fmla="*/ 1310368 h 1316717"/>
                  <a:gd name="connsiteX8" fmla="*/ 289403 w 571820"/>
                  <a:gd name="connsiteY8" fmla="*/ 1316717 h 1316717"/>
                  <a:gd name="connsiteX9" fmla="*/ 287393 w 571820"/>
                  <a:gd name="connsiteY9" fmla="*/ 1314890 h 1316717"/>
                  <a:gd name="connsiteX10" fmla="*/ 285910 w 571820"/>
                  <a:gd name="connsiteY10" fmla="*/ 1313542 h 1316717"/>
                  <a:gd name="connsiteX11" fmla="*/ 282417 w 571820"/>
                  <a:gd name="connsiteY11" fmla="*/ 1316717 h 1316717"/>
                  <a:gd name="connsiteX12" fmla="*/ 282417 w 571820"/>
                  <a:gd name="connsiteY12" fmla="*/ 1310367 h 1316717"/>
                  <a:gd name="connsiteX13" fmla="*/ 262617 w 571820"/>
                  <a:gd name="connsiteY13" fmla="*/ 1292372 h 1316717"/>
                  <a:gd name="connsiteX14" fmla="*/ 0 w 571820"/>
                  <a:gd name="connsiteY14" fmla="*/ 658358 h 1316717"/>
                  <a:gd name="connsiteX15" fmla="*/ 262617 w 571820"/>
                  <a:gd name="connsiteY15" fmla="*/ 24345 h 1316717"/>
                  <a:gd name="connsiteX0" fmla="*/ 262617 w 571820"/>
                  <a:gd name="connsiteY0" fmla="*/ 22518 h 1314890"/>
                  <a:gd name="connsiteX1" fmla="*/ 285910 w 571820"/>
                  <a:gd name="connsiteY1" fmla="*/ 1348 h 1314890"/>
                  <a:gd name="connsiteX2" fmla="*/ 287393 w 571820"/>
                  <a:gd name="connsiteY2" fmla="*/ 0 h 1314890"/>
                  <a:gd name="connsiteX3" fmla="*/ 309203 w 571820"/>
                  <a:gd name="connsiteY3" fmla="*/ 22518 h 1314890"/>
                  <a:gd name="connsiteX4" fmla="*/ 571820 w 571820"/>
                  <a:gd name="connsiteY4" fmla="*/ 656532 h 1314890"/>
                  <a:gd name="connsiteX5" fmla="*/ 309203 w 571820"/>
                  <a:gd name="connsiteY5" fmla="*/ 1290545 h 1314890"/>
                  <a:gd name="connsiteX6" fmla="*/ 289403 w 571820"/>
                  <a:gd name="connsiteY6" fmla="*/ 1308541 h 1314890"/>
                  <a:gd name="connsiteX7" fmla="*/ 289403 w 571820"/>
                  <a:gd name="connsiteY7" fmla="*/ 1314890 h 1314890"/>
                  <a:gd name="connsiteX8" fmla="*/ 287393 w 571820"/>
                  <a:gd name="connsiteY8" fmla="*/ 1313063 h 1314890"/>
                  <a:gd name="connsiteX9" fmla="*/ 285910 w 571820"/>
                  <a:gd name="connsiteY9" fmla="*/ 1311715 h 1314890"/>
                  <a:gd name="connsiteX10" fmla="*/ 282417 w 571820"/>
                  <a:gd name="connsiteY10" fmla="*/ 1314890 h 1314890"/>
                  <a:gd name="connsiteX11" fmla="*/ 282417 w 571820"/>
                  <a:gd name="connsiteY11" fmla="*/ 1308540 h 1314890"/>
                  <a:gd name="connsiteX12" fmla="*/ 262617 w 571820"/>
                  <a:gd name="connsiteY12" fmla="*/ 1290545 h 1314890"/>
                  <a:gd name="connsiteX13" fmla="*/ 0 w 571820"/>
                  <a:gd name="connsiteY13" fmla="*/ 656531 h 1314890"/>
                  <a:gd name="connsiteX14" fmla="*/ 262617 w 571820"/>
                  <a:gd name="connsiteY14" fmla="*/ 22518 h 1314890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82417 w 571820"/>
                  <a:gd name="connsiteY10" fmla="*/ 1307192 h 1313542"/>
                  <a:gd name="connsiteX11" fmla="*/ 262617 w 571820"/>
                  <a:gd name="connsiteY11" fmla="*/ 1289197 h 1313542"/>
                  <a:gd name="connsiteX12" fmla="*/ 0 w 571820"/>
                  <a:gd name="connsiteY12" fmla="*/ 655183 h 1313542"/>
                  <a:gd name="connsiteX13" fmla="*/ 262617 w 571820"/>
                  <a:gd name="connsiteY13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82417 w 571820"/>
                  <a:gd name="connsiteY9" fmla="*/ 1313542 h 1313542"/>
                  <a:gd name="connsiteX10" fmla="*/ 262617 w 571820"/>
                  <a:gd name="connsiteY10" fmla="*/ 1289197 h 1313542"/>
                  <a:gd name="connsiteX11" fmla="*/ 0 w 571820"/>
                  <a:gd name="connsiteY11" fmla="*/ 655183 h 1313542"/>
                  <a:gd name="connsiteX12" fmla="*/ 262617 w 571820"/>
                  <a:gd name="connsiteY12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85910 w 571820"/>
                  <a:gd name="connsiteY8" fmla="*/ 1310367 h 1313542"/>
                  <a:gd name="connsiteX9" fmla="*/ 262617 w 571820"/>
                  <a:gd name="connsiteY9" fmla="*/ 1289197 h 1313542"/>
                  <a:gd name="connsiteX10" fmla="*/ 0 w 571820"/>
                  <a:gd name="connsiteY10" fmla="*/ 655183 h 1313542"/>
                  <a:gd name="connsiteX11" fmla="*/ 262617 w 571820"/>
                  <a:gd name="connsiteY11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87393 w 571820"/>
                  <a:gd name="connsiteY7" fmla="*/ 1311715 h 1313542"/>
                  <a:gd name="connsiteX8" fmla="*/ 262617 w 571820"/>
                  <a:gd name="connsiteY8" fmla="*/ 1289197 h 1313542"/>
                  <a:gd name="connsiteX9" fmla="*/ 0 w 571820"/>
                  <a:gd name="connsiteY9" fmla="*/ 655183 h 1313542"/>
                  <a:gd name="connsiteX10" fmla="*/ 262617 w 571820"/>
                  <a:gd name="connsiteY10" fmla="*/ 21170 h 1313542"/>
                  <a:gd name="connsiteX0" fmla="*/ 262617 w 571820"/>
                  <a:gd name="connsiteY0" fmla="*/ 21170 h 1313542"/>
                  <a:gd name="connsiteX1" fmla="*/ 285910 w 571820"/>
                  <a:gd name="connsiteY1" fmla="*/ 0 h 1313542"/>
                  <a:gd name="connsiteX2" fmla="*/ 309203 w 571820"/>
                  <a:gd name="connsiteY2" fmla="*/ 21170 h 1313542"/>
                  <a:gd name="connsiteX3" fmla="*/ 571820 w 571820"/>
                  <a:gd name="connsiteY3" fmla="*/ 655184 h 1313542"/>
                  <a:gd name="connsiteX4" fmla="*/ 309203 w 571820"/>
                  <a:gd name="connsiteY4" fmla="*/ 1289197 h 1313542"/>
                  <a:gd name="connsiteX5" fmla="*/ 289403 w 571820"/>
                  <a:gd name="connsiteY5" fmla="*/ 1307193 h 1313542"/>
                  <a:gd name="connsiteX6" fmla="*/ 289403 w 571820"/>
                  <a:gd name="connsiteY6" fmla="*/ 1313542 h 1313542"/>
                  <a:gd name="connsiteX7" fmla="*/ 262617 w 571820"/>
                  <a:gd name="connsiteY7" fmla="*/ 1289197 h 1313542"/>
                  <a:gd name="connsiteX8" fmla="*/ 0 w 571820"/>
                  <a:gd name="connsiteY8" fmla="*/ 655183 h 1313542"/>
                  <a:gd name="connsiteX9" fmla="*/ 262617 w 571820"/>
                  <a:gd name="connsiteY9" fmla="*/ 21170 h 1313542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9403 w 571820"/>
                  <a:gd name="connsiteY5" fmla="*/ 1307193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64739"/>
                  <a:gd name="connsiteX1" fmla="*/ 285910 w 571820"/>
                  <a:gd name="connsiteY1" fmla="*/ 0 h 1364739"/>
                  <a:gd name="connsiteX2" fmla="*/ 309203 w 571820"/>
                  <a:gd name="connsiteY2" fmla="*/ 21170 h 1364739"/>
                  <a:gd name="connsiteX3" fmla="*/ 571820 w 571820"/>
                  <a:gd name="connsiteY3" fmla="*/ 655184 h 1364739"/>
                  <a:gd name="connsiteX4" fmla="*/ 309203 w 571820"/>
                  <a:gd name="connsiteY4" fmla="*/ 1289197 h 1364739"/>
                  <a:gd name="connsiteX5" fmla="*/ 285832 w 571820"/>
                  <a:gd name="connsiteY5" fmla="*/ 1311956 h 1364739"/>
                  <a:gd name="connsiteX6" fmla="*/ 177485 w 571820"/>
                  <a:gd name="connsiteY6" fmla="*/ 1364739 h 1364739"/>
                  <a:gd name="connsiteX7" fmla="*/ 262617 w 571820"/>
                  <a:gd name="connsiteY7" fmla="*/ 1289197 h 1364739"/>
                  <a:gd name="connsiteX8" fmla="*/ 0 w 571820"/>
                  <a:gd name="connsiteY8" fmla="*/ 655183 h 1364739"/>
                  <a:gd name="connsiteX9" fmla="*/ 262617 w 571820"/>
                  <a:gd name="connsiteY9" fmla="*/ 21170 h 1364739"/>
                  <a:gd name="connsiteX0" fmla="*/ 262617 w 571820"/>
                  <a:gd name="connsiteY0" fmla="*/ 21170 h 1311956"/>
                  <a:gd name="connsiteX1" fmla="*/ 285910 w 571820"/>
                  <a:gd name="connsiteY1" fmla="*/ 0 h 1311956"/>
                  <a:gd name="connsiteX2" fmla="*/ 309203 w 571820"/>
                  <a:gd name="connsiteY2" fmla="*/ 21170 h 1311956"/>
                  <a:gd name="connsiteX3" fmla="*/ 571820 w 571820"/>
                  <a:gd name="connsiteY3" fmla="*/ 655184 h 1311956"/>
                  <a:gd name="connsiteX4" fmla="*/ 309203 w 571820"/>
                  <a:gd name="connsiteY4" fmla="*/ 1289197 h 1311956"/>
                  <a:gd name="connsiteX5" fmla="*/ 285832 w 571820"/>
                  <a:gd name="connsiteY5" fmla="*/ 1311956 h 1311956"/>
                  <a:gd name="connsiteX6" fmla="*/ 262617 w 571820"/>
                  <a:gd name="connsiteY6" fmla="*/ 1289197 h 1311956"/>
                  <a:gd name="connsiteX7" fmla="*/ 0 w 571820"/>
                  <a:gd name="connsiteY7" fmla="*/ 655183 h 1311956"/>
                  <a:gd name="connsiteX8" fmla="*/ 262617 w 571820"/>
                  <a:gd name="connsiteY8" fmla="*/ 21170 h 1311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71820" h="1311956">
                    <a:moveTo>
                      <a:pt x="262617" y="21170"/>
                    </a:moveTo>
                    <a:lnTo>
                      <a:pt x="285910" y="0"/>
                    </a:lnTo>
                    <a:lnTo>
                      <a:pt x="309203" y="21170"/>
                    </a:lnTo>
                    <a:cubicBezTo>
                      <a:pt x="471461" y="183428"/>
                      <a:pt x="571820" y="407586"/>
                      <a:pt x="571820" y="655184"/>
                    </a:cubicBezTo>
                    <a:cubicBezTo>
                      <a:pt x="571820" y="902781"/>
                      <a:pt x="471461" y="1126939"/>
                      <a:pt x="309203" y="1289197"/>
                    </a:cubicBezTo>
                    <a:lnTo>
                      <a:pt x="285832" y="1311956"/>
                    </a:lnTo>
                    <a:lnTo>
                      <a:pt x="262617" y="1289197"/>
                    </a:lnTo>
                    <a:cubicBezTo>
                      <a:pt x="100359" y="1126938"/>
                      <a:pt x="0" y="902781"/>
                      <a:pt x="0" y="655183"/>
                    </a:cubicBezTo>
                    <a:cubicBezTo>
                      <a:pt x="0" y="407586"/>
                      <a:pt x="100359" y="183428"/>
                      <a:pt x="262617" y="2117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803A57D6-0C36-4560-A08A-16768551EF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695" y="4330454"/>
                <a:ext cx="0" cy="1620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03912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7/7/24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92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7/7/24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9ABE19D-0B51-4388-93D1-0CD6B767115D}"/>
              </a:ext>
            </a:extLst>
          </p:cNvPr>
          <p:cNvGrpSpPr/>
          <p:nvPr/>
        </p:nvGrpSpPr>
        <p:grpSpPr>
          <a:xfrm>
            <a:off x="999771" y="932104"/>
            <a:ext cx="913428" cy="1032464"/>
            <a:chOff x="999771" y="932104"/>
            <a:chExt cx="913428" cy="103246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46226ED6-7133-4222-9552-0EA4B1B3C9FB}"/>
                </a:ext>
              </a:extLst>
            </p:cNvPr>
            <p:cNvGrpSpPr/>
            <p:nvPr/>
          </p:nvGrpSpPr>
          <p:grpSpPr>
            <a:xfrm rot="8100000" flipV="1">
              <a:off x="1047457" y="1290386"/>
              <a:ext cx="865742" cy="628383"/>
              <a:chOff x="558167" y="958515"/>
              <a:chExt cx="865742" cy="628383"/>
            </a:xfrm>
            <a:solidFill>
              <a:schemeClr val="accent3"/>
            </a:solidFill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E810E40-D42F-4034-93BA-54446465D20B}"/>
                  </a:ext>
                </a:extLst>
              </p:cNvPr>
              <p:cNvSpPr/>
              <p:nvPr/>
            </p:nvSpPr>
            <p:spPr>
              <a:xfrm rot="8100000" flipH="1">
                <a:off x="558167" y="1122160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60F6BFC2-CA89-42B8-8A5A-E9F26BA87FBB}"/>
                  </a:ext>
                </a:extLst>
              </p:cNvPr>
              <p:cNvSpPr/>
              <p:nvPr/>
            </p:nvSpPr>
            <p:spPr>
              <a:xfrm rot="5400000" flipH="1">
                <a:off x="959170" y="95851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CA36485-DC1D-48C9-91B2-425DBC66D471}"/>
                </a:ext>
              </a:extLst>
            </p:cNvPr>
            <p:cNvGrpSpPr/>
            <p:nvPr/>
          </p:nvGrpSpPr>
          <p:grpSpPr>
            <a:xfrm rot="10800000" flipH="1" flipV="1">
              <a:off x="999771" y="932104"/>
              <a:ext cx="864005" cy="1032464"/>
              <a:chOff x="2207971" y="2384401"/>
              <a:chExt cx="864005" cy="1032464"/>
            </a:xfrm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0ACF276E-196C-4923-B7D1-48A8E6A1669C}"/>
                  </a:ext>
                </a:extLst>
              </p:cNvPr>
              <p:cNvSpPr/>
              <p:nvPr/>
            </p:nvSpPr>
            <p:spPr>
              <a:xfrm rot="13500000">
                <a:off x="2207971" y="2856305"/>
                <a:ext cx="464739" cy="464739"/>
              </a:xfrm>
              <a:custGeom>
                <a:avLst/>
                <a:gdLst>
                  <a:gd name="connsiteX0" fmla="*/ 464132 w 464739"/>
                  <a:gd name="connsiteY0" fmla="*/ 463881 h 464739"/>
                  <a:gd name="connsiteX1" fmla="*/ 463891 w 464739"/>
                  <a:gd name="connsiteY1" fmla="*/ 463892 h 464739"/>
                  <a:gd name="connsiteX2" fmla="*/ 463880 w 464739"/>
                  <a:gd name="connsiteY2" fmla="*/ 464132 h 464739"/>
                  <a:gd name="connsiteX3" fmla="*/ 463651 w 464739"/>
                  <a:gd name="connsiteY3" fmla="*/ 463904 h 464739"/>
                  <a:gd name="connsiteX4" fmla="*/ 446142 w 464739"/>
                  <a:gd name="connsiteY4" fmla="*/ 464739 h 464739"/>
                  <a:gd name="connsiteX5" fmla="*/ 130673 w 464739"/>
                  <a:gd name="connsiteY5" fmla="*/ 334067 h 464739"/>
                  <a:gd name="connsiteX6" fmla="*/ 0 w 464739"/>
                  <a:gd name="connsiteY6" fmla="*/ 18597 h 464739"/>
                  <a:gd name="connsiteX7" fmla="*/ 836 w 464739"/>
                  <a:gd name="connsiteY7" fmla="*/ 1089 h 464739"/>
                  <a:gd name="connsiteX8" fmla="*/ 607 w 464739"/>
                  <a:gd name="connsiteY8" fmla="*/ 859 h 464739"/>
                  <a:gd name="connsiteX9" fmla="*/ 848 w 464739"/>
                  <a:gd name="connsiteY9" fmla="*/ 848 h 464739"/>
                  <a:gd name="connsiteX10" fmla="*/ 859 w 464739"/>
                  <a:gd name="connsiteY10" fmla="*/ 607 h 464739"/>
                  <a:gd name="connsiteX11" fmla="*/ 1089 w 464739"/>
                  <a:gd name="connsiteY11" fmla="*/ 836 h 464739"/>
                  <a:gd name="connsiteX12" fmla="*/ 18597 w 464739"/>
                  <a:gd name="connsiteY12" fmla="*/ 0 h 464739"/>
                  <a:gd name="connsiteX13" fmla="*/ 334067 w 464739"/>
                  <a:gd name="connsiteY13" fmla="*/ 130672 h 464739"/>
                  <a:gd name="connsiteX14" fmla="*/ 464739 w 464739"/>
                  <a:gd name="connsiteY14" fmla="*/ 446142 h 464739"/>
                  <a:gd name="connsiteX15" fmla="*/ 463903 w 464739"/>
                  <a:gd name="connsiteY15" fmla="*/ 463652 h 46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9" h="464739">
                    <a:moveTo>
                      <a:pt x="464132" y="463881"/>
                    </a:moveTo>
                    <a:lnTo>
                      <a:pt x="463891" y="463892"/>
                    </a:lnTo>
                    <a:lnTo>
                      <a:pt x="463880" y="464132"/>
                    </a:lnTo>
                    <a:lnTo>
                      <a:pt x="463651" y="463904"/>
                    </a:lnTo>
                    <a:lnTo>
                      <a:pt x="446142" y="464739"/>
                    </a:lnTo>
                    <a:cubicBezTo>
                      <a:pt x="331965" y="464739"/>
                      <a:pt x="217787" y="421182"/>
                      <a:pt x="130673" y="334067"/>
                    </a:cubicBezTo>
                    <a:cubicBezTo>
                      <a:pt x="43558" y="246953"/>
                      <a:pt x="1" y="132775"/>
                      <a:pt x="0" y="18597"/>
                    </a:cubicBezTo>
                    <a:lnTo>
                      <a:pt x="836" y="1089"/>
                    </a:lnTo>
                    <a:lnTo>
                      <a:pt x="607" y="859"/>
                    </a:lnTo>
                    <a:lnTo>
                      <a:pt x="848" y="848"/>
                    </a:lnTo>
                    <a:lnTo>
                      <a:pt x="859" y="607"/>
                    </a:lnTo>
                    <a:lnTo>
                      <a:pt x="1089" y="836"/>
                    </a:lnTo>
                    <a:lnTo>
                      <a:pt x="18597" y="0"/>
                    </a:lnTo>
                    <a:cubicBezTo>
                      <a:pt x="132775" y="0"/>
                      <a:pt x="246952" y="43557"/>
                      <a:pt x="334067" y="130672"/>
                    </a:cubicBezTo>
                    <a:cubicBezTo>
                      <a:pt x="421182" y="217787"/>
                      <a:pt x="464739" y="331964"/>
                      <a:pt x="464739" y="446142"/>
                    </a:cubicBezTo>
                    <a:lnTo>
                      <a:pt x="463903" y="46365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FFE3686C-DFF6-4995-81B8-FA38F5BB0401}"/>
                  </a:ext>
                </a:extLst>
              </p:cNvPr>
              <p:cNvSpPr/>
              <p:nvPr/>
            </p:nvSpPr>
            <p:spPr>
              <a:xfrm rot="10800000">
                <a:off x="2607238" y="2688467"/>
                <a:ext cx="464738" cy="464738"/>
              </a:xfrm>
              <a:custGeom>
                <a:avLst/>
                <a:gdLst>
                  <a:gd name="connsiteX0" fmla="*/ 446142 w 464738"/>
                  <a:gd name="connsiteY0" fmla="*/ 464738 h 464738"/>
                  <a:gd name="connsiteX1" fmla="*/ 130673 w 464738"/>
                  <a:gd name="connsiteY1" fmla="*/ 334066 h 464738"/>
                  <a:gd name="connsiteX2" fmla="*/ 0 w 464738"/>
                  <a:gd name="connsiteY2" fmla="*/ 18596 h 464738"/>
                  <a:gd name="connsiteX3" fmla="*/ 836 w 464738"/>
                  <a:gd name="connsiteY3" fmla="*/ 1089 h 464738"/>
                  <a:gd name="connsiteX4" fmla="*/ 606 w 464738"/>
                  <a:gd name="connsiteY4" fmla="*/ 859 h 464738"/>
                  <a:gd name="connsiteX5" fmla="*/ 848 w 464738"/>
                  <a:gd name="connsiteY5" fmla="*/ 848 h 464738"/>
                  <a:gd name="connsiteX6" fmla="*/ 859 w 464738"/>
                  <a:gd name="connsiteY6" fmla="*/ 606 h 464738"/>
                  <a:gd name="connsiteX7" fmla="*/ 1089 w 464738"/>
                  <a:gd name="connsiteY7" fmla="*/ 836 h 464738"/>
                  <a:gd name="connsiteX8" fmla="*/ 18596 w 464738"/>
                  <a:gd name="connsiteY8" fmla="*/ 0 h 464738"/>
                  <a:gd name="connsiteX9" fmla="*/ 334066 w 464738"/>
                  <a:gd name="connsiteY9" fmla="*/ 130672 h 464738"/>
                  <a:gd name="connsiteX10" fmla="*/ 464738 w 464738"/>
                  <a:gd name="connsiteY10" fmla="*/ 446142 h 464738"/>
                  <a:gd name="connsiteX11" fmla="*/ 463902 w 464738"/>
                  <a:gd name="connsiteY11" fmla="*/ 463650 h 464738"/>
                  <a:gd name="connsiteX12" fmla="*/ 464132 w 464738"/>
                  <a:gd name="connsiteY12" fmla="*/ 463880 h 464738"/>
                  <a:gd name="connsiteX13" fmla="*/ 463891 w 464738"/>
                  <a:gd name="connsiteY13" fmla="*/ 463892 h 464738"/>
                  <a:gd name="connsiteX14" fmla="*/ 463879 w 464738"/>
                  <a:gd name="connsiteY14" fmla="*/ 464132 h 464738"/>
                  <a:gd name="connsiteX15" fmla="*/ 463650 w 464738"/>
                  <a:gd name="connsiteY15" fmla="*/ 463903 h 464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64738" h="464738">
                    <a:moveTo>
                      <a:pt x="446142" y="464738"/>
                    </a:moveTo>
                    <a:cubicBezTo>
                      <a:pt x="331965" y="464738"/>
                      <a:pt x="217787" y="421181"/>
                      <a:pt x="130673" y="334066"/>
                    </a:cubicBezTo>
                    <a:cubicBezTo>
                      <a:pt x="43558" y="246952"/>
                      <a:pt x="1" y="132774"/>
                      <a:pt x="0" y="18596"/>
                    </a:cubicBezTo>
                    <a:lnTo>
                      <a:pt x="836" y="1089"/>
                    </a:lnTo>
                    <a:lnTo>
                      <a:pt x="606" y="859"/>
                    </a:lnTo>
                    <a:lnTo>
                      <a:pt x="848" y="848"/>
                    </a:lnTo>
                    <a:lnTo>
                      <a:pt x="859" y="606"/>
                    </a:lnTo>
                    <a:lnTo>
                      <a:pt x="1089" y="836"/>
                    </a:lnTo>
                    <a:lnTo>
                      <a:pt x="18596" y="0"/>
                    </a:lnTo>
                    <a:cubicBezTo>
                      <a:pt x="132774" y="0"/>
                      <a:pt x="246951" y="43557"/>
                      <a:pt x="334066" y="130672"/>
                    </a:cubicBezTo>
                    <a:cubicBezTo>
                      <a:pt x="421181" y="217787"/>
                      <a:pt x="464738" y="331964"/>
                      <a:pt x="464738" y="446142"/>
                    </a:cubicBezTo>
                    <a:lnTo>
                      <a:pt x="463902" y="463650"/>
                    </a:lnTo>
                    <a:lnTo>
                      <a:pt x="464132" y="463880"/>
                    </a:lnTo>
                    <a:lnTo>
                      <a:pt x="463891" y="463892"/>
                    </a:lnTo>
                    <a:lnTo>
                      <a:pt x="463879" y="464132"/>
                    </a:lnTo>
                    <a:lnTo>
                      <a:pt x="463650" y="46390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9DCBF653-CCB9-47B2-9DD9-68847A45D82D}"/>
                  </a:ext>
                </a:extLst>
              </p:cNvPr>
              <p:cNvGrpSpPr/>
              <p:nvPr/>
            </p:nvGrpSpPr>
            <p:grpSpPr>
              <a:xfrm>
                <a:off x="2440769" y="2384401"/>
                <a:ext cx="313009" cy="1032464"/>
                <a:chOff x="2440769" y="2384401"/>
                <a:chExt cx="313009" cy="1032464"/>
              </a:xfrm>
            </p:grpSpPr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F081A1F-C7C9-4907-AAED-B4E9B6497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 flipH="1">
                  <a:off x="2440769" y="2516865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34F8F89A-0719-4D9A-8379-9EEBD72010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8100000" flipH="1">
                  <a:off x="2753778" y="2384401"/>
                  <a:ext cx="0" cy="9000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153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7/7/24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18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7/7/24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23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7/7/24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0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7/7/24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84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7/7/24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66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7/7/24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984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7/7/24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263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fld id="{64F0E216-BA48-4F04-AC4F-645AA0DD6AC6}" type="datetimeFigureOut">
              <a:rPr lang="en-US" smtClean="0"/>
              <a:t>7/7/24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155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4F0E216-BA48-4F04-AC4F-645AA0DD6AC6}" type="datetimeFigureOut">
              <a:rPr lang="en-US" smtClean="0"/>
              <a:pPr/>
              <a:t>7/7/24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89695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011B0B3-5679-4759-90B8-3B908C4CB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65C6F7-0E8C-BBC3-CC97-567D9832D0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9510" y="4602162"/>
            <a:ext cx="4457690" cy="1720850"/>
          </a:xfrm>
        </p:spPr>
        <p:txBody>
          <a:bodyPr anchor="ctr">
            <a:normAutofit/>
          </a:bodyPr>
          <a:lstStyle/>
          <a:p>
            <a:r>
              <a:rPr lang="en-US" dirty="0"/>
              <a:t>Pager Rotation Duties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00A93-6149-BC15-5383-5F92888E2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4801" y="4602163"/>
            <a:ext cx="4451347" cy="1720850"/>
          </a:xfrm>
        </p:spPr>
        <p:txBody>
          <a:bodyPr anchor="ctr">
            <a:normAutofit/>
          </a:bodyPr>
          <a:lstStyle/>
          <a:p>
            <a:r>
              <a:rPr lang="en-US" dirty="0"/>
              <a:t>Best Practices for On-Call Rotation</a:t>
            </a:r>
          </a:p>
        </p:txBody>
      </p:sp>
      <p:pic>
        <p:nvPicPr>
          <p:cNvPr id="25" name="Picture 24" descr="A colorful light bulb with business icons">
            <a:extLst>
              <a:ext uri="{FF2B5EF4-FFF2-40B4-BE49-F238E27FC236}">
                <a16:creationId xmlns:a16="http://schemas.microsoft.com/office/drawing/2014/main" id="{722B39E9-9120-AE81-6E71-1BE4340393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122" b="24835"/>
          <a:stretch/>
        </p:blipFill>
        <p:spPr>
          <a:xfrm>
            <a:off x="20" y="10"/>
            <a:ext cx="12191977" cy="4014777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2E97E5C-7A5F-424E-AAE4-654396E90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5400000">
            <a:off x="5826000" y="5462587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7883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EB92A-194C-4D78-9B59-CD22A7486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 Staffing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00E10-CE5F-DCFF-7AE3-A55A77DCF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When preparing an on-call rotation, it is essential that all departments should be represented. Until it is completed, it is not possible to know which department will resolve the issue. 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Customer Service, Development and Operations should all be available and be able to quickly communicate and transfer issues.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To ensure help is available, there should also be an on-call list available in the event that one team member is, for some reason, unavailable or lacks the necessary knowledge. I have actually found myself receiving such a call on a list with 16 available team-members.</a:t>
            </a:r>
          </a:p>
        </p:txBody>
      </p:sp>
    </p:spTree>
    <p:extLst>
      <p:ext uri="{BB962C8B-B14F-4D97-AF65-F5344CB8AC3E}">
        <p14:creationId xmlns:p14="http://schemas.microsoft.com/office/powerpoint/2010/main" val="4236863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DBCC8-1501-B054-B99F-11C141800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Avoiding On-Call Fatigue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79CA4-E145-7802-13F9-219B3D9D6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dirty="0"/>
              <a:t>Ensure an equitable rotation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Allow room for work balance.</a:t>
            </a:r>
          </a:p>
          <a:p>
            <a:pPr>
              <a:lnSpc>
                <a:spcPct val="200000"/>
              </a:lnSpc>
            </a:pPr>
            <a:r>
              <a:rPr lang="en-US" sz="2800" dirty="0"/>
              <a:t>Make sure the proper resources are available to on-call team members</a:t>
            </a:r>
          </a:p>
        </p:txBody>
      </p:sp>
    </p:spTree>
    <p:extLst>
      <p:ext uri="{BB962C8B-B14F-4D97-AF65-F5344CB8AC3E}">
        <p14:creationId xmlns:p14="http://schemas.microsoft.com/office/powerpoint/2010/main" val="1722198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4AA16-08BD-B45C-70C3-7DBCE1B86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Transparency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D6F1E-5BDB-53E9-89E3-825E7047D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sz="2400" dirty="0"/>
              <a:t>When working with customer tickets, all of the on-call members should be able to look at the entire issue.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As an issue can be transferred between multiple departments, the previous steps and analyses should be visible to each step in the process.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049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C948E-913B-D286-4D9C-59080F9F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POST-Mortem</a:t>
            </a:r>
            <a:r>
              <a:rPr lang="en-US" dirty="0"/>
              <a:t> Meetings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5EFC3-1FE5-5008-BCF0-D56324650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sz="2400" dirty="0"/>
              <a:t>Looking over the history of each ticket can help with on-call rotations in a number of ways.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Issues can be found in the process, be it in handoffs, escalations or a lack of intercommunication between teams.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It can help to increase efficiency by helping find bottle-necks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Properly researching the ticket can help to prevent similar, issues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564447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12D07-4913-0CB9-EB1A-A98D7912D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with false alerts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01058-F180-FF82-E9DF-4F164C97C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200000"/>
              </a:lnSpc>
              <a:buNone/>
            </a:pPr>
            <a:r>
              <a:rPr lang="en-US" dirty="0"/>
              <a:t>A common issue with on-call rotations is that of false-alerts. This can be extremely frustrating for the on-call workers, as well as increase on-call fatigue.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dirty="0"/>
              <a:t>What is often overlooked is an on-call worker is not sitting by the phone, actively waiting for calls. The person is simply ready to answer if a call is received. After multiple instances of being awakened, late at night, a team member will become fatigued, which can affect the person’s normal work schedule, as well as the on-call schedule.</a:t>
            </a:r>
          </a:p>
        </p:txBody>
      </p:sp>
    </p:spTree>
    <p:extLst>
      <p:ext uri="{BB962C8B-B14F-4D97-AF65-F5344CB8AC3E}">
        <p14:creationId xmlns:p14="http://schemas.microsoft.com/office/powerpoint/2010/main" val="2769181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8675E-F2D0-5ABF-61D6-BE70B1D5C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A6370-F211-CDEE-59B4-1896626742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en-US" sz="2400" dirty="0"/>
              <a:t>My research showed that having the proper software available can be extremely helpful to the on-call team.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The software I researched had useful features, which, in addition to tracking the tickets, allowed for simple intercommunication between teams.</a:t>
            </a:r>
          </a:p>
          <a:p>
            <a:pPr>
              <a:lnSpc>
                <a:spcPct val="200000"/>
              </a:lnSpc>
            </a:pPr>
            <a:r>
              <a:rPr lang="en-US" sz="2400" dirty="0"/>
              <a:t>With every step tracked, the ticket could be more easily viewed during post-mortem meetings.</a:t>
            </a:r>
          </a:p>
        </p:txBody>
      </p:sp>
    </p:spTree>
    <p:extLst>
      <p:ext uri="{BB962C8B-B14F-4D97-AF65-F5344CB8AC3E}">
        <p14:creationId xmlns:p14="http://schemas.microsoft.com/office/powerpoint/2010/main" val="3178865448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AnalogousFromRegularSeedRightStep">
      <a:dk1>
        <a:srgbClr val="000000"/>
      </a:dk1>
      <a:lt1>
        <a:srgbClr val="FFFFFF"/>
      </a:lt1>
      <a:dk2>
        <a:srgbClr val="412724"/>
      </a:dk2>
      <a:lt2>
        <a:srgbClr val="E2E8E4"/>
      </a:lt2>
      <a:accent1>
        <a:srgbClr val="D739AE"/>
      </a:accent1>
      <a:accent2>
        <a:srgbClr val="C5275A"/>
      </a:accent2>
      <a:accent3>
        <a:srgbClr val="D74839"/>
      </a:accent3>
      <a:accent4>
        <a:srgbClr val="C57827"/>
      </a:accent4>
      <a:accent5>
        <a:srgbClr val="B0A72F"/>
      </a:accent5>
      <a:accent6>
        <a:srgbClr val="81B223"/>
      </a:accent6>
      <a:hlink>
        <a:srgbClr val="31944B"/>
      </a:hlink>
      <a:folHlink>
        <a:srgbClr val="7F7F7F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413</Words>
  <Application>Microsoft Macintosh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Avenir Next LT Pro Light</vt:lpstr>
      <vt:lpstr>Rockwell Nova Light</vt:lpstr>
      <vt:lpstr>Wingdings</vt:lpstr>
      <vt:lpstr>LeafVTI</vt:lpstr>
      <vt:lpstr>Pager Rotation Duties</vt:lpstr>
      <vt:lpstr>Proper Staffing</vt:lpstr>
      <vt:lpstr>Avoiding On-Call Fatigue</vt:lpstr>
      <vt:lpstr>Transparency</vt:lpstr>
      <vt:lpstr>POST-Mortem Meetings</vt:lpstr>
      <vt:lpstr>Issues with false alerts </vt:lpstr>
      <vt:lpstr>Software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Dave Hunter</dc:creator>
  <cp:lastModifiedBy>Dave Hunter</cp:lastModifiedBy>
  <cp:revision>7</cp:revision>
  <dcterms:created xsi:type="dcterms:W3CDTF">2024-07-07T18:41:59Z</dcterms:created>
  <dcterms:modified xsi:type="dcterms:W3CDTF">2024-07-07T22:53:22Z</dcterms:modified>
</cp:coreProperties>
</file>